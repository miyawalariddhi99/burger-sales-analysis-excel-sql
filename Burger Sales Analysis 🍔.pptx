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89AD6-8C44-47EB-9A5C-846BEBBFDEBF}" v="24" dt="2026-04-24T06:47:49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dhi Miyawala" userId="ed3b6a5e15f11068" providerId="LiveId" clId="{C8EE6D4C-7E9E-4611-8F6F-B12B242E8542}"/>
    <pc:docChg chg="undo custSel addSld delSld modSld">
      <pc:chgData name="Riddhi Miyawala" userId="ed3b6a5e15f11068" providerId="LiveId" clId="{C8EE6D4C-7E9E-4611-8F6F-B12B242E8542}" dt="2026-04-24T06:48:02.280" v="210" actId="20577"/>
      <pc:docMkLst>
        <pc:docMk/>
      </pc:docMkLst>
      <pc:sldChg chg="addSp modSp del mod">
        <pc:chgData name="Riddhi Miyawala" userId="ed3b6a5e15f11068" providerId="LiveId" clId="{C8EE6D4C-7E9E-4611-8F6F-B12B242E8542}" dt="2026-04-24T06:43:37.640" v="143" actId="2696"/>
        <pc:sldMkLst>
          <pc:docMk/>
          <pc:sldMk cId="608458810" sldId="259"/>
        </pc:sldMkLst>
        <pc:spChg chg="mod">
          <ac:chgData name="Riddhi Miyawala" userId="ed3b6a5e15f11068" providerId="LiveId" clId="{C8EE6D4C-7E9E-4611-8F6F-B12B242E8542}" dt="2026-04-24T06:43:34.005" v="142" actId="20577"/>
          <ac:spMkLst>
            <pc:docMk/>
            <pc:sldMk cId="608458810" sldId="259"/>
            <ac:spMk id="3" creationId="{CE82EF06-C880-A445-3DAD-126D4B99FAF8}"/>
          </ac:spMkLst>
        </pc:spChg>
        <pc:spChg chg="add">
          <ac:chgData name="Riddhi Miyawala" userId="ed3b6a5e15f11068" providerId="LiveId" clId="{C8EE6D4C-7E9E-4611-8F6F-B12B242E8542}" dt="2026-04-24T06:43:13.311" v="126"/>
          <ac:spMkLst>
            <pc:docMk/>
            <pc:sldMk cId="608458810" sldId="259"/>
            <ac:spMk id="4" creationId="{9E72FC90-E25C-DA92-B685-FB0E142F6F2B}"/>
          </ac:spMkLst>
        </pc:spChg>
        <pc:spChg chg="add">
          <ac:chgData name="Riddhi Miyawala" userId="ed3b6a5e15f11068" providerId="LiveId" clId="{C8EE6D4C-7E9E-4611-8F6F-B12B242E8542}" dt="2026-04-24T06:43:16.208" v="127"/>
          <ac:spMkLst>
            <pc:docMk/>
            <pc:sldMk cId="608458810" sldId="259"/>
            <ac:spMk id="5" creationId="{36F027B0-27CB-2FBA-A24E-8610B7760C1A}"/>
          </ac:spMkLst>
        </pc:spChg>
        <pc:spChg chg="add">
          <ac:chgData name="Riddhi Miyawala" userId="ed3b6a5e15f11068" providerId="LiveId" clId="{C8EE6D4C-7E9E-4611-8F6F-B12B242E8542}" dt="2026-04-24T06:43:18.734" v="129"/>
          <ac:spMkLst>
            <pc:docMk/>
            <pc:sldMk cId="608458810" sldId="259"/>
            <ac:spMk id="6" creationId="{959581C7-41BC-45BC-4B3D-0AD812767AF4}"/>
          </ac:spMkLst>
        </pc:spChg>
        <pc:spChg chg="add">
          <ac:chgData name="Riddhi Miyawala" userId="ed3b6a5e15f11068" providerId="LiveId" clId="{C8EE6D4C-7E9E-4611-8F6F-B12B242E8542}" dt="2026-04-24T06:43:22.588" v="135"/>
          <ac:spMkLst>
            <pc:docMk/>
            <pc:sldMk cId="608458810" sldId="259"/>
            <ac:spMk id="7" creationId="{EB94A293-65B7-69BE-2C37-3CA3B4D434B7}"/>
          </ac:spMkLst>
        </pc:spChg>
        <pc:spChg chg="add">
          <ac:chgData name="Riddhi Miyawala" userId="ed3b6a5e15f11068" providerId="LiveId" clId="{C8EE6D4C-7E9E-4611-8F6F-B12B242E8542}" dt="2026-04-24T06:43:27.987" v="141"/>
          <ac:spMkLst>
            <pc:docMk/>
            <pc:sldMk cId="608458810" sldId="259"/>
            <ac:spMk id="8" creationId="{24D953C7-65FD-F55A-9175-2C8D79C0AF1E}"/>
          </ac:spMkLst>
        </pc:spChg>
      </pc:sldChg>
      <pc:sldChg chg="addSp modSp new mod">
        <pc:chgData name="Riddhi Miyawala" userId="ed3b6a5e15f11068" providerId="LiveId" clId="{C8EE6D4C-7E9E-4611-8F6F-B12B242E8542}" dt="2026-04-24T06:48:02.280" v="210" actId="20577"/>
        <pc:sldMkLst>
          <pc:docMk/>
          <pc:sldMk cId="2786743175" sldId="259"/>
        </pc:sldMkLst>
        <pc:spChg chg="mod">
          <ac:chgData name="Riddhi Miyawala" userId="ed3b6a5e15f11068" providerId="LiveId" clId="{C8EE6D4C-7E9E-4611-8F6F-B12B242E8542}" dt="2026-04-24T06:44:59.862" v="188" actId="20577"/>
          <ac:spMkLst>
            <pc:docMk/>
            <pc:sldMk cId="2786743175" sldId="259"/>
            <ac:spMk id="2" creationId="{1FF2E1E9-12B2-9423-FC99-D277F9131664}"/>
          </ac:spMkLst>
        </pc:spChg>
        <pc:spChg chg="mod">
          <ac:chgData name="Riddhi Miyawala" userId="ed3b6a5e15f11068" providerId="LiveId" clId="{C8EE6D4C-7E9E-4611-8F6F-B12B242E8542}" dt="2026-04-24T06:48:02.280" v="210" actId="20577"/>
          <ac:spMkLst>
            <pc:docMk/>
            <pc:sldMk cId="2786743175" sldId="259"/>
            <ac:spMk id="3" creationId="{DEB99933-6E3E-7689-8334-C9AE594A810E}"/>
          </ac:spMkLst>
        </pc:spChg>
        <pc:spChg chg="add">
          <ac:chgData name="Riddhi Miyawala" userId="ed3b6a5e15f11068" providerId="LiveId" clId="{C8EE6D4C-7E9E-4611-8F6F-B12B242E8542}" dt="2026-04-24T06:47:48.440" v="192"/>
          <ac:spMkLst>
            <pc:docMk/>
            <pc:sldMk cId="2786743175" sldId="259"/>
            <ac:spMk id="4" creationId="{4133868E-37F6-A1AE-CAC7-EB8B13CC0322}"/>
          </ac:spMkLst>
        </pc:spChg>
      </pc:sldChg>
      <pc:sldChg chg="add del">
        <pc:chgData name="Riddhi Miyawala" userId="ed3b6a5e15f11068" providerId="LiveId" clId="{C8EE6D4C-7E9E-4611-8F6F-B12B242E8542}" dt="2026-04-24T06:43:43.684" v="146"/>
        <pc:sldMkLst>
          <pc:docMk/>
          <pc:sldMk cId="303274730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60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9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75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56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1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7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70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97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51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1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9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BAC9C7A-7153-4E05-9CFB-AE257B35763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D280087-7293-4EB2-A310-C84C73FF6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06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1338-EA55-60AE-2AA0-53E89F7D0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7561" y="887569"/>
            <a:ext cx="11297264" cy="2541431"/>
          </a:xfrm>
        </p:spPr>
        <p:txBody>
          <a:bodyPr>
            <a:normAutofit/>
          </a:bodyPr>
          <a:lstStyle/>
          <a:p>
            <a:r>
              <a:rPr lang="en-US" sz="5400" b="1" dirty="0"/>
              <a:t>Burger Sales Analysis </a:t>
            </a:r>
            <a:r>
              <a:rPr lang="en-US" sz="5400" dirty="0"/>
              <a:t>🍔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C7F03-343C-BD8B-BED8-DAC316C2A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561" y="3705431"/>
            <a:ext cx="9228201" cy="1645920"/>
          </a:xfrm>
        </p:spPr>
        <p:txBody>
          <a:bodyPr/>
          <a:lstStyle/>
          <a:p>
            <a:r>
              <a:rPr lang="en-US" b="1" dirty="0"/>
              <a:t>( SQL + EXCEL END – TO- END PROJECT 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5828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E621-9809-AA55-B511-D7E7F253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67669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9B7B-ACF8-EA86-4864-94B521E3D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514168"/>
            <a:ext cx="9603275" cy="4395019"/>
          </a:xfrm>
        </p:spPr>
        <p:txBody>
          <a:bodyPr>
            <a:normAutofit/>
          </a:bodyPr>
          <a:lstStyle/>
          <a:p>
            <a:r>
              <a:rPr lang="en-US" sz="1600" dirty="0"/>
              <a:t>🍔 </a:t>
            </a:r>
            <a:r>
              <a:rPr lang="en-US" sz="1600" b="1" dirty="0"/>
              <a:t>KPI’s REQUIREMENT (Burger Sales Analysis)</a:t>
            </a:r>
          </a:p>
          <a:p>
            <a:pPr marL="0" indent="0">
              <a:buNone/>
            </a:pPr>
            <a:r>
              <a:rPr lang="en-US" sz="1600" dirty="0"/>
              <a:t>We need to analyze key indicators for our </a:t>
            </a:r>
            <a:r>
              <a:rPr lang="en-US" sz="1600" b="1" dirty="0"/>
              <a:t>burger sales data</a:t>
            </a:r>
            <a:r>
              <a:rPr lang="en-US" sz="1600" dirty="0"/>
              <a:t> to gain insights into our business performance. Specifically, we want to calculate the following metrics: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Total Revenue:</a:t>
            </a:r>
            <a:br>
              <a:rPr lang="en-US" sz="1600" dirty="0"/>
            </a:br>
            <a:r>
              <a:rPr lang="en-US" sz="1600" dirty="0"/>
              <a:t>The sum of the total price of all burger orders.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Average Order Value (AOV):</a:t>
            </a:r>
            <a:br>
              <a:rPr lang="en-US" sz="1600" dirty="0"/>
            </a:br>
            <a:r>
              <a:rPr lang="en-US" sz="1600" dirty="0"/>
              <a:t>The average amount spent per order, calculated by dividing the total revenue by the total number of orders.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Total Burgers Sold:</a:t>
            </a:r>
            <a:br>
              <a:rPr lang="en-US" sz="1600" dirty="0"/>
            </a:br>
            <a:r>
              <a:rPr lang="en-US" sz="1600" dirty="0"/>
              <a:t>The sum of the quantities of all burgers sold.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Total Orders:</a:t>
            </a:r>
            <a:br>
              <a:rPr lang="en-US" sz="1600" dirty="0"/>
            </a:br>
            <a:r>
              <a:rPr lang="en-US" sz="1600" dirty="0"/>
              <a:t>The total number of orders placed.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Average Burgers Per Order:</a:t>
            </a:r>
            <a:br>
              <a:rPr lang="en-US" sz="1600" dirty="0"/>
            </a:br>
            <a:r>
              <a:rPr lang="en-US" sz="1600" dirty="0"/>
              <a:t>The average number of burgers sold per order, calculated by dividing the total number of burgers sold by the total number of orders.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5187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3B28-39B5-74F7-CE28-F44A9A96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08157"/>
          </a:xfrm>
        </p:spPr>
        <p:txBody>
          <a:bodyPr/>
          <a:lstStyle/>
          <a:p>
            <a:r>
              <a:rPr lang="en-IN" dirty="0"/>
              <a:t>🍔 </a:t>
            </a:r>
            <a:r>
              <a:rPr lang="en-IN" b="1" dirty="0"/>
              <a:t>CHARTS REQUIREMENT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83B7-8672-5652-F29D-DBDE93844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55174"/>
            <a:ext cx="9603275" cy="5270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We would like to visualize various aspects of our </a:t>
            </a:r>
            <a:r>
              <a:rPr lang="en-US" sz="1400" b="1" dirty="0"/>
              <a:t>burger sales data</a:t>
            </a:r>
            <a:r>
              <a:rPr lang="en-US" sz="1400" dirty="0"/>
              <a:t> to gain insights and understand key trends. We have identified the following requirements for creating charts: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Daily Trend for Total Orders:  </a:t>
            </a:r>
            <a:r>
              <a:rPr lang="en-US" sz="1400" dirty="0"/>
              <a:t>Create a </a:t>
            </a:r>
            <a:r>
              <a:rPr lang="en-US" sz="1400" b="1" dirty="0"/>
              <a:t>bar chart</a:t>
            </a:r>
            <a:r>
              <a:rPr lang="en-US" sz="1400" dirty="0"/>
              <a:t> that displays the daily trend of total orders over a specific time period.</a:t>
            </a:r>
            <a:br>
              <a:rPr lang="en-US" sz="1400" dirty="0"/>
            </a:br>
            <a:r>
              <a:rPr lang="en-US" sz="1400" dirty="0"/>
              <a:t>This chart will help us identify patterns or fluctuations in order volumes on a daily basis.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Hourly Trend for Total Orders: </a:t>
            </a:r>
            <a:r>
              <a:rPr lang="en-US" sz="1400" dirty="0"/>
              <a:t>Create a </a:t>
            </a:r>
            <a:r>
              <a:rPr lang="en-US" sz="1400" b="1" dirty="0"/>
              <a:t>line chart</a:t>
            </a:r>
            <a:r>
              <a:rPr lang="en-US" sz="1400" dirty="0"/>
              <a:t> that illustrates the hourly trend of total orders throughout the day.</a:t>
            </a:r>
            <a:br>
              <a:rPr lang="en-US" sz="1400" dirty="0"/>
            </a:br>
            <a:r>
              <a:rPr lang="en-US" sz="1400" dirty="0"/>
              <a:t>This chart will allow us to identify peak hours or periods of high order activity.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Percentage of Sales by Burger Category: </a:t>
            </a:r>
            <a:r>
              <a:rPr lang="en-US" sz="1400" dirty="0"/>
              <a:t>Create a </a:t>
            </a:r>
            <a:r>
              <a:rPr lang="en-US" sz="1400" b="1" dirty="0"/>
              <a:t>pie chart</a:t>
            </a:r>
            <a:r>
              <a:rPr lang="en-US" sz="1400" dirty="0"/>
              <a:t> that shows the distribution of sales across different burger categories.</a:t>
            </a:r>
            <a:br>
              <a:rPr lang="en-US" sz="1400" dirty="0"/>
            </a:br>
            <a:r>
              <a:rPr lang="en-US" sz="1400" dirty="0"/>
              <a:t>This chart will provide insights into the popularity of various burger categories and their contribution to overall sales.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Percentage of Sales by Burger Size: </a:t>
            </a:r>
            <a:r>
              <a:rPr lang="en-US" sz="1400" dirty="0"/>
              <a:t>Generate a </a:t>
            </a:r>
            <a:r>
              <a:rPr lang="en-US" sz="1400" b="1" dirty="0"/>
              <a:t>pie chart</a:t>
            </a:r>
            <a:r>
              <a:rPr lang="en-US" sz="1400" dirty="0"/>
              <a:t> that represents the percentage of sales attributed to different burger sizes.</a:t>
            </a:r>
            <a:br>
              <a:rPr lang="en-US" sz="1400" dirty="0"/>
            </a:br>
            <a:r>
              <a:rPr lang="en-US" sz="1400" dirty="0"/>
              <a:t>This chart will help us understand customer preferences for burger sizes and their impact on sales.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Total Burgers Sold by Burger Category: </a:t>
            </a:r>
            <a:r>
              <a:rPr lang="en-US" sz="1400" dirty="0"/>
              <a:t>Create a </a:t>
            </a:r>
            <a:r>
              <a:rPr lang="en-US" sz="1400" b="1" dirty="0"/>
              <a:t>funnel chart</a:t>
            </a:r>
            <a:r>
              <a:rPr lang="en-US" sz="1400" dirty="0"/>
              <a:t> that presents the total number of burgers sold for each burger category.</a:t>
            </a:r>
            <a:br>
              <a:rPr lang="en-US" sz="1400" dirty="0"/>
            </a:br>
            <a:r>
              <a:rPr lang="en-US" sz="1400" dirty="0"/>
              <a:t>This chart will allow us to compare the sales performance of different burger categories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Top 5 Best Sellers by Total Burgers Sold: </a:t>
            </a:r>
            <a:r>
              <a:rPr lang="en-US" sz="1400" dirty="0"/>
              <a:t>Create a </a:t>
            </a:r>
            <a:r>
              <a:rPr lang="en-US" sz="1400" b="1" dirty="0"/>
              <a:t>bar chart</a:t>
            </a:r>
            <a:r>
              <a:rPr lang="en-US" sz="1400" dirty="0"/>
              <a:t> highlighting the top 5 best-selling burgers based on the total number of burgers sold.</a:t>
            </a:r>
            <a:br>
              <a:rPr lang="en-US" sz="1400" dirty="0"/>
            </a:br>
            <a:r>
              <a:rPr lang="en-US" sz="1400" dirty="0"/>
              <a:t>This chart will help us identify the most popular burger options.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Bottom 5 Worst Sellers by Total Burgers Sold: </a:t>
            </a:r>
            <a:r>
              <a:rPr lang="en-US" sz="1400" dirty="0"/>
              <a:t>Create a </a:t>
            </a:r>
            <a:r>
              <a:rPr lang="en-US" sz="1400" b="1" dirty="0"/>
              <a:t>bar chart</a:t>
            </a:r>
            <a:r>
              <a:rPr lang="en-US" sz="1400" dirty="0"/>
              <a:t> showcasing the bottom 5 worst-selling burgers based on the total number of burgers sold.</a:t>
            </a:r>
            <a:br>
              <a:rPr lang="en-US" sz="1400" dirty="0"/>
            </a:br>
            <a:r>
              <a:rPr lang="en-US" sz="1400" dirty="0"/>
              <a:t>This chart will enable us to identify underperforming or less popular burger options.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7455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E1E9-12B2-9423-FC99-D277F913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211280"/>
          </a:xfrm>
        </p:spPr>
        <p:txBody>
          <a:bodyPr/>
          <a:lstStyle/>
          <a:p>
            <a:r>
              <a:rPr lang="en-US" dirty="0"/>
              <a:t>Software details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9933-6E3E-7689-8334-C9AE594A8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Used : </a:t>
            </a:r>
          </a:p>
          <a:p>
            <a:r>
              <a:rPr lang="en-IN" dirty="0"/>
              <a:t>Microsoft Excel 2021</a:t>
            </a:r>
          </a:p>
          <a:p>
            <a:r>
              <a:rPr lang="en-US" dirty="0"/>
              <a:t>MS SQL Server 2022 (Express Edition)</a:t>
            </a:r>
          </a:p>
          <a:p>
            <a:r>
              <a:rPr lang="en-US" dirty="0"/>
              <a:t>SQL Server </a:t>
            </a:r>
            <a:r>
              <a:rPr lang="en-US"/>
              <a:t>Management Studio(SSMS) 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74317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45</TotalTime>
  <Words>497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 Light</vt:lpstr>
      <vt:lpstr>Metropolitan</vt:lpstr>
      <vt:lpstr>Burger Sales Analysis 🍔</vt:lpstr>
      <vt:lpstr>PROBLEM STATEMENT </vt:lpstr>
      <vt:lpstr>🍔 CHARTS REQUIREMENT</vt:lpstr>
      <vt:lpstr>Software details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Riddhi Miyawala</dc:creator>
  <cp:lastModifiedBy>Riddhi Miyawala</cp:lastModifiedBy>
  <cp:revision>1</cp:revision>
  <dcterms:created xsi:type="dcterms:W3CDTF">2026-04-24T06:02:11Z</dcterms:created>
  <dcterms:modified xsi:type="dcterms:W3CDTF">2026-04-24T06:48:08Z</dcterms:modified>
</cp:coreProperties>
</file>